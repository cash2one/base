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9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6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7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FEB85-2ECB-43E7-9B74-EAC11021FD33}" type="datetimeFigureOut">
              <a:rPr lang="zh-CN" altLang="en-US" smtClean="0"/>
              <a:pPr/>
              <a:t>2016/5/13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7CFA3-9E4F-4334-B559-C7CD4B5BABD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1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-1" y="1481854"/>
            <a:ext cx="12192001" cy="2653322"/>
            <a:chOff x="-1" y="1656366"/>
            <a:chExt cx="12192001" cy="2653322"/>
          </a:xfrm>
        </p:grpSpPr>
        <p:sp>
          <p:nvSpPr>
            <p:cNvPr id="7" name="五边形 6"/>
            <p:cNvSpPr/>
            <p:nvPr userDrawn="1"/>
          </p:nvSpPr>
          <p:spPr>
            <a:xfrm rot="10800000">
              <a:off x="7238999" y="2869688"/>
              <a:ext cx="4953001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  <p:sp>
          <p:nvSpPr>
            <p:cNvPr id="8" name="五边形 7"/>
            <p:cNvSpPr/>
            <p:nvPr userDrawn="1"/>
          </p:nvSpPr>
          <p:spPr>
            <a:xfrm>
              <a:off x="-1" y="1656366"/>
              <a:ext cx="4953000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</p:grpSp>
      <p:sp>
        <p:nvSpPr>
          <p:cNvPr id="9" name="五边形 8"/>
          <p:cNvSpPr/>
          <p:nvPr userDrawn="1"/>
        </p:nvSpPr>
        <p:spPr>
          <a:xfrm>
            <a:off x="0" y="2088515"/>
            <a:ext cx="12192000" cy="144000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282259"/>
            <a:ext cx="12191998" cy="1052513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9" name="五边形 18"/>
          <p:cNvSpPr/>
          <p:nvPr userDrawn="1"/>
        </p:nvSpPr>
        <p:spPr>
          <a:xfrm rot="10800000">
            <a:off x="0" y="6138000"/>
            <a:ext cx="12191998" cy="720000"/>
          </a:xfrm>
          <a:prstGeom prst="homePlat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pic>
        <p:nvPicPr>
          <p:cNvPr id="21" name="图片 20" descr="2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5999" y="6264234"/>
            <a:ext cx="1440000" cy="4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0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五边形 6"/>
          <p:cNvSpPr/>
          <p:nvPr userDrawn="1"/>
        </p:nvSpPr>
        <p:spPr>
          <a:xfrm flipH="1">
            <a:off x="0" y="3429000"/>
            <a:ext cx="12192000" cy="18000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067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46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9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12192000" cy="908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3" dirty="0"/>
          </a:p>
        </p:txBody>
      </p:sp>
      <p:sp>
        <p:nvSpPr>
          <p:cNvPr id="8" name="五边形 7"/>
          <p:cNvSpPr/>
          <p:nvPr userDrawn="1"/>
        </p:nvSpPr>
        <p:spPr>
          <a:xfrm>
            <a:off x="1" y="1"/>
            <a:ext cx="334961" cy="90805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325" y="2"/>
            <a:ext cx="10801349" cy="90805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9" name="图片 8" descr="2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7038" y="220260"/>
            <a:ext cx="1440000" cy="4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576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pos="438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pos="7242" userDrawn="1">
          <p15:clr>
            <a:srgbClr val="FBAE40"/>
          </p15:clr>
        </p15:guide>
        <p15:guide id="8" orient="horz" pos="420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34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-1" y="2042198"/>
            <a:ext cx="12192001" cy="2653322"/>
            <a:chOff x="-1" y="1656366"/>
            <a:chExt cx="12192001" cy="2653322"/>
          </a:xfrm>
        </p:grpSpPr>
        <p:sp>
          <p:nvSpPr>
            <p:cNvPr id="6" name="五边形 5"/>
            <p:cNvSpPr/>
            <p:nvPr userDrawn="1"/>
          </p:nvSpPr>
          <p:spPr>
            <a:xfrm rot="10800000">
              <a:off x="7238999" y="2869688"/>
              <a:ext cx="4953001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  <p:sp>
          <p:nvSpPr>
            <p:cNvPr id="7" name="五边形 6"/>
            <p:cNvSpPr/>
            <p:nvPr userDrawn="1"/>
          </p:nvSpPr>
          <p:spPr>
            <a:xfrm>
              <a:off x="-1" y="1656366"/>
              <a:ext cx="4953000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</p:grpSp>
      <p:sp>
        <p:nvSpPr>
          <p:cNvPr id="8" name="五边形 7"/>
          <p:cNvSpPr/>
          <p:nvPr userDrawn="1"/>
        </p:nvSpPr>
        <p:spPr>
          <a:xfrm>
            <a:off x="-1" y="2648859"/>
            <a:ext cx="12192000" cy="144000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pic>
        <p:nvPicPr>
          <p:cNvPr id="3" name="Picture 8" descr="放射光~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1895" y="814388"/>
            <a:ext cx="742821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855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xit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4"/>
            <a:ext cx="2844800" cy="365125"/>
          </a:xfrm>
          <a:prstGeom prst="rect">
            <a:avLst/>
          </a:prstGeom>
        </p:spPr>
        <p:txBody>
          <a:bodyPr/>
          <a:lstStyle/>
          <a:p>
            <a:fld id="{F0EFADA1-8829-4172-B732-9238B180FA9B}" type="datetimeFigureOut">
              <a:rPr lang="zh-CN" altLang="en-US" smtClean="0"/>
              <a:pPr/>
              <a:t>2016/5/13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4"/>
            <a:ext cx="2844800" cy="365125"/>
          </a:xfrm>
          <a:prstGeom prst="rect">
            <a:avLst/>
          </a:prstGeom>
        </p:spPr>
        <p:txBody>
          <a:bodyPr/>
          <a:lstStyle/>
          <a:p>
            <a:fld id="{4AFFB5ED-A705-4C27-9A0B-201E405ED77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80596" y="232548"/>
            <a:ext cx="252061" cy="6480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1696764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8" r:id="rId3"/>
    <p:sldLayoutId id="2147483650" r:id="rId4"/>
    <p:sldLayoutId id="2147483655" r:id="rId5"/>
    <p:sldLayoutId id="2147483656" r:id="rId6"/>
    <p:sldLayoutId id="214748366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binwechat.com/p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微信服务号添加停车缴费功能</a:t>
            </a:r>
            <a:r>
              <a:rPr lang="en-US" altLang="zh-CN" dirty="0" smtClean="0"/>
              <a:t>》</a:t>
            </a:r>
            <a:r>
              <a:rPr lang="zh-CN" altLang="en-US" dirty="0" smtClean="0"/>
              <a:t>操作流程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643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7430" y="1739348"/>
            <a:ext cx="7097138" cy="50384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1" y="831298"/>
            <a:ext cx="1064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左侧栏选择自定义菜单，右侧栏根据客户需求添加自定义的菜单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停车缴费链接：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://www.subinwechat.com/p/ParkingWechatAuthorize.html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025461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4110681" y="5478162"/>
            <a:ext cx="1787611" cy="941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399653" y="2384635"/>
            <a:ext cx="1538033" cy="3047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174602" y="4258566"/>
            <a:ext cx="2714025" cy="3001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0063" y="4949949"/>
            <a:ext cx="2771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请</a:t>
            </a:r>
            <a:r>
              <a:rPr lang="zh-CN" altLang="en-US" dirty="0" smtClean="0">
                <a:solidFill>
                  <a:srgbClr val="FF0000"/>
                </a:solidFill>
              </a:rPr>
              <a:t>根据客户需求填写各项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209500" y="3744540"/>
            <a:ext cx="644228" cy="3047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603394" y="3206391"/>
            <a:ext cx="644228" cy="3047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88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1" y="1101225"/>
            <a:ext cx="1064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停车缴费链接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http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://www.subinwechat.com/p/ParkingWechatAuthorize.html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添加完成后，可以点击预览验证下菜单显示是否正确，然后点击保存并发布，在弹出框中点确定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311889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566" y="2100148"/>
            <a:ext cx="6839905" cy="37438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531" y="2100148"/>
            <a:ext cx="2146074" cy="4536713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614983" y="5298448"/>
            <a:ext cx="1169774" cy="433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7"/>
          <p:cNvSpPr txBox="1"/>
          <p:nvPr/>
        </p:nvSpPr>
        <p:spPr>
          <a:xfrm>
            <a:off x="4356567" y="6045050"/>
            <a:ext cx="57018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微信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会有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24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小时的缓存时间，请根据需求添加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71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3" y="2154992"/>
            <a:ext cx="11517332" cy="4477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1" y="1284514"/>
            <a:ext cx="106441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登录微信公众平台，左侧栏选择微信支付选项，在右侧栏选测开发配置选标签页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311889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71848" y="6095999"/>
            <a:ext cx="2232455" cy="433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3344561" y="3682313"/>
            <a:ext cx="1120347" cy="433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55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3" y="2101616"/>
            <a:ext cx="11517332" cy="4477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3" y="1308975"/>
            <a:ext cx="106441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设置支付授权目录：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http://www.subinwechat.com/p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点击修改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311889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2891480" y="4802658"/>
            <a:ext cx="3789406" cy="433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9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385" y="2600161"/>
            <a:ext cx="5663532" cy="299925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1" y="1272994"/>
            <a:ext cx="1064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网址：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hlinkClick r:id="rId3"/>
              </a:rPr>
              <a:t>http://www.subinwechat.com/p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hlinkClick r:id="rId3"/>
              </a:rPr>
              <a:t>/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点击确定，支付授权目录设置完成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311889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852530" y="3377451"/>
            <a:ext cx="4460875" cy="12960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30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854" y="1689204"/>
            <a:ext cx="6497496" cy="51754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1" y="814797"/>
            <a:ext cx="10644143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左侧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栏选择公众号设置，右侧栏选择功能设置标签页，分别设置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业务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域名：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www.subinwechat.com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JS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接口安全域名：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www.subinwechat.com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025461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4184820" y="3090449"/>
            <a:ext cx="5140411" cy="3001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885687" y="6552191"/>
            <a:ext cx="1241471" cy="3047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184820" y="3411045"/>
            <a:ext cx="5140411" cy="3001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599157" y="2005246"/>
            <a:ext cx="664821" cy="3047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21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6343" y="2021700"/>
            <a:ext cx="5540331" cy="40228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385" y="2021700"/>
            <a:ext cx="4669134" cy="40228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公众号设置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52531" y="1272994"/>
            <a:ext cx="106441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输入相应内容后点击确定，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业务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域名和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JS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接口安全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域名设置完成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56385" y="1311889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6531139" y="3568881"/>
            <a:ext cx="2719953" cy="11349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690953" y="3444174"/>
            <a:ext cx="1790432" cy="14985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7"/>
          <p:cNvSpPr txBox="1"/>
          <p:nvPr/>
        </p:nvSpPr>
        <p:spPr>
          <a:xfrm>
            <a:off x="356384" y="6266874"/>
            <a:ext cx="113248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一个微信最多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个域名，且每个月只能更改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次，请谨慎添加修改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363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自定义 1">
      <a:dk1>
        <a:srgbClr val="3F3F3F"/>
      </a:dk1>
      <a:lt1>
        <a:srgbClr val="FFFFFF"/>
      </a:lt1>
      <a:dk2>
        <a:srgbClr val="3F3F3F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227</Words>
  <Application>Microsoft Office PowerPoint</Application>
  <PresentationFormat>宽屏</PresentationFormat>
  <Paragraphs>29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宋体</vt:lpstr>
      <vt:lpstr>微软雅黑</vt:lpstr>
      <vt:lpstr>Arial</vt:lpstr>
      <vt:lpstr>Calibri</vt:lpstr>
      <vt:lpstr>Office 主题</vt:lpstr>
      <vt:lpstr>《微信服务号添加停车缴费功能》操作流程</vt:lpstr>
      <vt:lpstr>公众号设置</vt:lpstr>
      <vt:lpstr>公众号设置</vt:lpstr>
      <vt:lpstr>公众号设置</vt:lpstr>
      <vt:lpstr>公众号设置</vt:lpstr>
      <vt:lpstr>公众号设置</vt:lpstr>
      <vt:lpstr>公众号设置</vt:lpstr>
      <vt:lpstr>公众号设置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姚九龙</dc:creator>
  <cp:lastModifiedBy>Nicky</cp:lastModifiedBy>
  <cp:revision>135</cp:revision>
  <dcterms:created xsi:type="dcterms:W3CDTF">2014-11-01T08:47:13Z</dcterms:created>
  <dcterms:modified xsi:type="dcterms:W3CDTF">2016-05-13T09:35:21Z</dcterms:modified>
</cp:coreProperties>
</file>